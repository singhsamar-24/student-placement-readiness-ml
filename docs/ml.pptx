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5E97B-13B5-9BB1-023C-681142728A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33E34-979A-9688-F4B1-7DEB71C2C9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49B6D-0511-3865-0110-856051797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6A009-9A08-445F-B809-ECAD59B21069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14D44D-613A-CFA2-E2A8-B41B400A7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C9ED7-F81C-8A59-32DD-5FEE8FC65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B28BC-0218-480A-866A-43AA77C35A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931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2CD65-EDF6-E280-C749-E0FFDF791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FAD03-A962-3400-0874-575C5368E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2C6A2-3B22-4017-CF42-04E0FBE0C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6A009-9A08-445F-B809-ECAD59B21069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F9913F-1712-5C4B-5FED-EE8401A34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39B840-C479-8D48-9E9A-3C0A19120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B28BC-0218-480A-866A-43AA77C35A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1039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07DA7-6517-7F90-55C6-EDED7937A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75D1D5-2914-D292-3E46-5F4C9093CD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A5A5B-FB31-FA57-1AF3-461E262E9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6A009-9A08-445F-B809-ECAD59B21069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75B4A-B3DB-F8D6-F662-B0F0799D2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A337C-91D5-0609-D901-14728B68E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B28BC-0218-480A-866A-43AA77C35A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0995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F36F5-351D-B366-BF69-5E6C344C2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73F4E-E13D-F387-241C-1BE662540A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4CF464-18ED-39AE-3E02-D95CDFA9BD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6E6C9C-FED8-4126-92BB-88F4B6209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6A009-9A08-445F-B809-ECAD59B21069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25E090-C9B1-54F6-865B-07E76CA27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30F110-5A37-D96A-027E-61340B441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B28BC-0218-480A-866A-43AA77C35A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1368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AF785-827E-170A-416B-E874B085B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47DFF7-751D-348B-B710-A0CA57CB7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46CC2-8E21-DBE1-C41F-F15BA122C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8EE656-5B05-0E90-1BC4-CB7C4F287B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9CFD8D-E8BB-9B63-DB32-F12F7398D7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80FF6-656D-3E24-E538-A33A8A9C9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6A009-9A08-445F-B809-ECAD59B21069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551FF7-2783-7723-EA28-FF585C532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1779E8-99F5-9816-EFE1-59869F24C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B28BC-0218-480A-866A-43AA77C35A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2048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C20F8-DCF5-53DC-9DE3-3C1E16F18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AF6F5B-C698-D6FD-F70E-6B08B5E18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6A009-9A08-445F-B809-ECAD59B21069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E247D3-B976-6A9A-D33B-94E981338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084E0C-DC74-754F-01B6-A62D26D23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B28BC-0218-480A-866A-43AA77C35A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5788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426FD4-AF7F-3ABA-C960-D1F7BE713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6A009-9A08-445F-B809-ECAD59B21069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DEC252-B36D-6B3D-C546-9F1574BEA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AFF813-4403-FA65-D25A-B0A012287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B28BC-0218-480A-866A-43AA77C35A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4756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2EBD9-306C-60CC-53F9-5168B0BA3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8BEA5-904D-13D0-7561-D8B588554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4ACE31-4112-D2C6-838E-3C402261CD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2EFEDE-2CD9-B83F-A5BA-D244D4A4F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6A009-9A08-445F-B809-ECAD59B21069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0F5EEB-4C90-D8D0-7E92-4B890C92D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343C18-4869-D5C9-7C7B-4CE3066B7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B28BC-0218-480A-866A-43AA77C35A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9767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655B1-EE95-D169-7188-B822BB3F2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8811D2-9455-3BDD-92C1-29DFDDBA6D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9BF8F8-0F6B-B7B0-3A06-111A817A9D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0573FB-6C40-7CD0-A0EA-CAA38E166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6A009-9A08-445F-B809-ECAD59B21069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9B76D9-5907-0FD3-98DD-EDC27615E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C08566-F458-45F4-0659-533F0CFE0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B28BC-0218-480A-866A-43AA77C35A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990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99095-595F-FC80-168D-5036701F5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286FF3-A99C-3006-DFCE-0C7B7E4569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EEB1DC-FF6F-5BA1-BC1F-245CC20CB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6A009-9A08-445F-B809-ECAD59B21069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892AC-9CFF-AC13-3ADA-35A803B0C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9F962-6614-F3A6-35AF-827720787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B28BC-0218-480A-866A-43AA77C35A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084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AA2283-D619-4B40-CBF5-BF203AB485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5FFDA4-D990-559D-31D3-C146FC82A2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9D51B-4C53-C8F6-B35D-B762820E0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6A009-9A08-445F-B809-ECAD59B21069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91B9A-5FF8-78B1-129C-590571007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22803-95EF-39D7-E058-04D02FA5B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B28BC-0218-480A-866A-43AA77C35A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3452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80B618-C24A-7A29-113F-42CD11815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6AA495-88A9-24A1-A491-7A71C74514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D39FB-9A74-9B1A-A728-B541E80C6C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86A009-9A08-445F-B809-ECAD59B21069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F19785-6A4A-BB56-6EAB-D88A94271A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02468-EF64-C985-A147-81E26C4870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0B28BC-0218-480A-866A-43AA77C35A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1381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362BC-DB2C-051F-A14B-F693AF788F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D4C990-B62D-885B-AE30-71279D2DCB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FF7213-16DB-FD60-A673-BBC3132F97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078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D67EB6-89E5-57C9-F422-86C609068B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517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0739B7D-635D-A284-CAFC-45F586F40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695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1C81BB-C3FD-0B0D-D7CE-D827B55CD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563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106426-C0A6-E4BC-908E-73954ABEC2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284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C7ADB3-638E-7E7F-4A00-DE293C4A3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724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650D39-983A-ADE7-7F30-19680220E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964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6EED11-AB70-CE56-512A-3EBC363F7A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753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SAMAR SINGH</dc:creator>
  <cp:lastModifiedBy>SAMAR SINGH</cp:lastModifiedBy>
  <cp:revision>2</cp:revision>
  <dcterms:created xsi:type="dcterms:W3CDTF">2026-09-26T07:53:47Z</dcterms:created>
  <dcterms:modified xsi:type="dcterms:W3CDTF">2026-09-26T20:53:44Z</dcterms:modified>
</cp:coreProperties>
</file>